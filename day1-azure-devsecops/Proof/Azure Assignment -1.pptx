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4" r:id="rId9"/>
    <p:sldId id="262" r:id="rId10"/>
    <p:sldId id="275" r:id="rId11"/>
    <p:sldId id="263" r:id="rId12"/>
    <p:sldId id="264" r:id="rId13"/>
    <p:sldId id="276" r:id="rId14"/>
    <p:sldId id="267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56" autoAdjust="0"/>
    <p:restoredTop sz="94752" autoAdjust="0"/>
  </p:normalViewPr>
  <p:slideViewPr>
    <p:cSldViewPr snapToGrid="0" snapToObjects="1">
      <p:cViewPr varScale="1">
        <p:scale>
          <a:sx n="41" d="100"/>
          <a:sy n="41" d="100"/>
        </p:scale>
        <p:origin x="-12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98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994" y="900545"/>
            <a:ext cx="7476978" cy="137579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sz="4400" b="1" smtClean="0"/>
              <a:t>Deployment </a:t>
            </a:r>
            <a:r>
              <a:rPr sz="4400" b="1"/>
              <a:t>of Web Application Using Azure DevOps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47778"/>
            <a:ext cx="8229600" cy="3876822"/>
          </a:xfrm>
        </p:spPr>
        <p:txBody>
          <a:bodyPr>
            <a:normAutofit/>
          </a:bodyPr>
          <a:lstStyle/>
          <a:p>
            <a:r>
              <a:rPr b="1"/>
              <a:t>Presented </a:t>
            </a:r>
            <a:r>
              <a:rPr b="1" smtClean="0"/>
              <a:t>By</a:t>
            </a:r>
            <a:r>
              <a:rPr lang="en-US" b="1" dirty="0" smtClean="0"/>
              <a:t> :</a:t>
            </a:r>
            <a:endParaRPr b="1"/>
          </a:p>
          <a:p>
            <a:pPr>
              <a:buNone/>
            </a:pPr>
            <a:r>
              <a:rPr lang="en-US" dirty="0" smtClean="0"/>
              <a:t>         </a:t>
            </a:r>
            <a:r>
              <a:rPr lang="en-US" dirty="0" err="1" smtClean="0"/>
              <a:t>Maddirala</a:t>
            </a:r>
            <a:r>
              <a:rPr lang="en-US" dirty="0" smtClean="0"/>
              <a:t> </a:t>
            </a:r>
            <a:r>
              <a:rPr lang="en-US" dirty="0" err="1" smtClean="0"/>
              <a:t>Satya</a:t>
            </a:r>
            <a:r>
              <a:rPr lang="en-US" dirty="0" smtClean="0"/>
              <a:t> </a:t>
            </a:r>
            <a:r>
              <a:rPr lang="en-US" dirty="0" err="1" smtClean="0"/>
              <a:t>Sravani</a:t>
            </a:r>
            <a:r>
              <a:rPr lang="en-US" dirty="0" smtClean="0"/>
              <a:t> </a:t>
            </a:r>
          </a:p>
          <a:p>
            <a:pPr>
              <a:buNone/>
            </a:pPr>
            <a:endParaRPr/>
          </a:p>
          <a:p>
            <a:r>
              <a:rPr b="1"/>
              <a:t>Technologies </a:t>
            </a:r>
            <a:r>
              <a:rPr b="1" smtClean="0"/>
              <a:t>Used</a:t>
            </a:r>
            <a:r>
              <a:rPr lang="en-US" b="1" dirty="0" smtClean="0"/>
              <a:t> </a:t>
            </a:r>
            <a:r>
              <a:rPr b="1" smtClean="0"/>
              <a:t>:</a:t>
            </a:r>
            <a:endParaRPr lang="en-US" b="1" dirty="0" smtClean="0"/>
          </a:p>
          <a:p>
            <a:pPr algn="just">
              <a:buNone/>
            </a:pPr>
            <a:r>
              <a:rPr lang="en-US" dirty="0" smtClean="0"/>
              <a:t>   </a:t>
            </a:r>
            <a:r>
              <a:rPr smtClean="0"/>
              <a:t> </a:t>
            </a:r>
            <a:r>
              <a:rPr lang="en-US" dirty="0" smtClean="0"/>
              <a:t>     </a:t>
            </a:r>
            <a:r>
              <a:rPr smtClean="0"/>
              <a:t>Microsoft </a:t>
            </a:r>
            <a:r>
              <a:t>Azure</a:t>
            </a:r>
          </a:p>
          <a:p>
            <a:pPr algn="just">
              <a:buNone/>
            </a:pPr>
            <a:r>
              <a:rPr smtClean="0"/>
              <a:t> </a:t>
            </a:r>
            <a:r>
              <a:rPr lang="en-US" dirty="0" smtClean="0"/>
              <a:t>        </a:t>
            </a:r>
            <a:r>
              <a:rPr smtClean="0"/>
              <a:t>Azure </a:t>
            </a:r>
            <a:r>
              <a:t>DevOps</a:t>
            </a:r>
          </a:p>
          <a:p>
            <a:pPr algn="just">
              <a:buNone/>
            </a:pPr>
            <a:r>
              <a:rPr lang="en-US" dirty="0" smtClean="0"/>
              <a:t>   </a:t>
            </a:r>
            <a:r>
              <a:rPr smtClean="0"/>
              <a:t> </a:t>
            </a:r>
            <a:r>
              <a:rPr lang="en-US" dirty="0" smtClean="0"/>
              <a:t>     </a:t>
            </a:r>
            <a:r>
              <a:rPr smtClean="0"/>
              <a:t>Azure </a:t>
            </a:r>
            <a:r>
              <a:t>Web App</a:t>
            </a:r>
          </a:p>
          <a:p>
            <a:pPr algn="just">
              <a:buNone/>
            </a:pPr>
            <a:r>
              <a:rPr smtClean="0"/>
              <a:t> </a:t>
            </a:r>
            <a:r>
              <a:rPr lang="en-US" dirty="0" smtClean="0"/>
              <a:t>        </a:t>
            </a:r>
            <a:r>
              <a:rPr smtClean="0"/>
              <a:t>CI/CD </a:t>
            </a:r>
            <a:r>
              <a:t>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009" y="337626"/>
            <a:ext cx="7849772" cy="1111346"/>
          </a:xfrm>
        </p:spPr>
        <p:txBody>
          <a:bodyPr/>
          <a:lstStyle/>
          <a:p>
            <a:r>
              <a:rPr lang="en-US" b="1" dirty="0" smtClean="0"/>
              <a:t>             </a:t>
            </a:r>
            <a:r>
              <a:rPr sz="4000" b="1" smtClean="0"/>
              <a:t>Introduction</a:t>
            </a:r>
            <a:endParaRPr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9649"/>
            <a:ext cx="8229600" cy="4353952"/>
          </a:xfrm>
        </p:spPr>
        <p:txBody>
          <a:bodyPr numCol="1">
            <a:normAutofit lnSpcReduction="10000"/>
          </a:bodyPr>
          <a:lstStyle/>
          <a:p>
            <a:r>
              <a:rPr smtClean="0"/>
              <a:t>This project demonstrates deployment of a web application using Microsoft Azure and Azure DevOps services.</a:t>
            </a:r>
          </a:p>
          <a:p>
            <a:endParaRPr smtClean="0"/>
          </a:p>
          <a:p>
            <a:r>
              <a:rPr b="1" smtClean="0"/>
              <a:t>Implementation includes</a:t>
            </a:r>
            <a:r>
              <a:rPr lang="en-US" b="1" dirty="0" smtClean="0"/>
              <a:t> </a:t>
            </a:r>
            <a:r>
              <a:rPr b="1" smtClean="0"/>
              <a:t>:</a:t>
            </a: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Creating Azure Resource Group      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Hosting using Azure Web App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Build Pipeline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Release Pipeline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Automated deployment using CI/CD</a:t>
            </a:r>
          </a:p>
          <a:p>
            <a:pPr>
              <a:buNone/>
            </a:pPr>
            <a:endParaRPr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4" y="548640"/>
            <a:ext cx="7744265" cy="904553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mtClean="0"/>
              <a:t>• </a:t>
            </a:r>
            <a:r>
              <a:t>Microsoft Azure</a:t>
            </a:r>
          </a:p>
          <a:p>
            <a:pPr>
              <a:buNone/>
            </a:pPr>
            <a:r>
              <a:t>• Azure Resource Group</a:t>
            </a:r>
          </a:p>
          <a:p>
            <a:pPr>
              <a:buNone/>
            </a:pPr>
            <a:r>
              <a:t>• Azure Web App</a:t>
            </a:r>
          </a:p>
          <a:p>
            <a:pPr>
              <a:buNone/>
            </a:pPr>
            <a:r>
              <a:t>• Azure DevOps</a:t>
            </a:r>
          </a:p>
          <a:p>
            <a:pPr>
              <a:buNone/>
            </a:pPr>
            <a:r>
              <a:t>• Build Pipeline</a:t>
            </a:r>
          </a:p>
          <a:p>
            <a:pPr>
              <a:buNone/>
            </a:pPr>
            <a:r>
              <a:t>• Release Pipeline</a:t>
            </a:r>
          </a:p>
          <a:p>
            <a:pPr>
              <a:buNone/>
            </a:pPr>
            <a:r>
              <a:t>• Git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7625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→                   →                   →       </a:t>
            </a:r>
          </a:p>
          <a:p>
            <a:pPr>
              <a:buNone/>
            </a:pP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                   →                   →    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Developer → Azure Repos → Build Pipeline → Release Pipeline → Azure Web App → User</a:t>
            </a:r>
          </a:p>
          <a:p>
            <a:pPr>
              <a:buNone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046" y="1997611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Developer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26789" y="1997611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Azure Repos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29909" y="1997611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Build Pipeline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00203" y="1997611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Release Pipeline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26789" y="3263704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Azure Web App 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29909" y="3263704"/>
            <a:ext cx="1617785" cy="7877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User</a:t>
            </a:r>
            <a:endParaRPr lang="en-US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806" y="731520"/>
            <a:ext cx="7687994" cy="932688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Resource Group and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Resource Group is a logical container used to organize Azure resources.</a:t>
            </a:r>
          </a:p>
          <a:p>
            <a:endParaRPr/>
          </a:p>
          <a:p>
            <a:r>
              <a:t>Azure Web App is a cloud hosting service used to deploy and manage web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566"/>
            <a:ext cx="8206746" cy="856203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Azure Web App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16677"/>
            <a:ext cx="8206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sz="2200" smtClean="0"/>
              <a:t>Azure </a:t>
            </a:r>
            <a:r>
              <a:rPr sz="2200"/>
              <a:t>Web App created successfully and configured for hosting</a:t>
            </a:r>
            <a:r>
              <a:rPr sz="2000" smtClean="0"/>
              <a:t>.</a:t>
            </a:r>
            <a:endParaRPr lang="en-US" sz="2000" dirty="0" smtClean="0"/>
          </a:p>
        </p:txBody>
      </p:sp>
      <p:pic>
        <p:nvPicPr>
          <p:cNvPr id="4" name="Picture 3" descr="Web 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7" y="1943331"/>
            <a:ext cx="8375559" cy="4696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23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Build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3300" b="1"/>
              <a:t>The Build Pipeline </a:t>
            </a:r>
            <a:r>
              <a:rPr sz="3300" b="1" smtClean="0"/>
              <a:t>automates</a:t>
            </a:r>
            <a:r>
              <a:rPr lang="en-US" sz="3300" b="1" dirty="0" smtClean="0"/>
              <a:t> </a:t>
            </a:r>
            <a:r>
              <a:rPr sz="3300" b="1" smtClean="0"/>
              <a:t>:</a:t>
            </a:r>
            <a:endParaRPr sz="3300" b="1"/>
          </a:p>
          <a:p>
            <a:pPr>
              <a:buFont typeface="Wingdings" pitchFamily="2" charset="2"/>
              <a:buChar char="Ø"/>
            </a:pPr>
            <a:r>
              <a:rPr smtClean="0"/>
              <a:t>Source </a:t>
            </a:r>
            <a:r>
              <a:t>code retrieval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Dependency </a:t>
            </a:r>
            <a:r>
              <a:t>installation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Code </a:t>
            </a:r>
            <a:r>
              <a:t>compilation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Artifact </a:t>
            </a:r>
            <a:r>
              <a:t>creation</a:t>
            </a:r>
          </a:p>
          <a:p>
            <a:endParaRPr/>
          </a:p>
          <a:p>
            <a:r>
              <a:rPr sz="3300" b="1" smtClean="0"/>
              <a:t>Benefits</a:t>
            </a:r>
            <a:r>
              <a:rPr lang="en-US" b="1" dirty="0" smtClean="0"/>
              <a:t> </a:t>
            </a:r>
            <a:r>
              <a:rPr sz="3300" b="1" smtClean="0"/>
              <a:t>:</a:t>
            </a:r>
            <a:endParaRPr sz="3300" b="1"/>
          </a:p>
          <a:p>
            <a:pPr>
              <a:buFont typeface="Wingdings" pitchFamily="2" charset="2"/>
              <a:buChar char="Ø"/>
            </a:pPr>
            <a:r>
              <a:rPr smtClean="0"/>
              <a:t>Faster builds</a:t>
            </a:r>
            <a:endParaRPr/>
          </a:p>
          <a:p>
            <a:pPr>
              <a:buFont typeface="Wingdings" pitchFamily="2" charset="2"/>
              <a:buChar char="Ø"/>
            </a:pPr>
            <a:r>
              <a:rPr smtClean="0"/>
              <a:t>Reduced </a:t>
            </a:r>
            <a:r>
              <a:t>manual work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Early </a:t>
            </a:r>
            <a:r>
              <a:t>error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5524"/>
            <a:ext cx="7772400" cy="639762"/>
          </a:xfrm>
        </p:spPr>
        <p:txBody>
          <a:bodyPr>
            <a:noAutofit/>
          </a:bodyPr>
          <a:lstStyle/>
          <a:p>
            <a:pPr algn="ctr"/>
            <a:r>
              <a:rPr sz="4000" b="1"/>
              <a:t>Build Pipeline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45286"/>
            <a:ext cx="71815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Successful execution of Build Pipeline in Azure DevOps.</a:t>
            </a:r>
          </a:p>
        </p:txBody>
      </p:sp>
      <p:pic>
        <p:nvPicPr>
          <p:cNvPr id="4" name="Picture 3" descr="Build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42602"/>
            <a:ext cx="8159261" cy="4798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42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Release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0326"/>
            <a:ext cx="8229600" cy="4389120"/>
          </a:xfrm>
        </p:spPr>
        <p:txBody>
          <a:bodyPr>
            <a:normAutofit/>
          </a:bodyPr>
          <a:lstStyle/>
          <a:p>
            <a:r>
              <a:t>The Release Pipeline automates deployment of the application to Azure Web App.</a:t>
            </a:r>
          </a:p>
          <a:p>
            <a:endParaRPr/>
          </a:p>
          <a:p>
            <a:r>
              <a:rPr b="1"/>
              <a:t>Deployment </a:t>
            </a:r>
            <a:r>
              <a:rPr b="1" smtClean="0"/>
              <a:t>Steps</a:t>
            </a:r>
            <a:r>
              <a:rPr lang="en-US" b="1" dirty="0" smtClean="0"/>
              <a:t> </a:t>
            </a:r>
            <a:r>
              <a:rPr b="1" smtClean="0"/>
              <a:t>:</a:t>
            </a:r>
            <a:endParaRPr b="1"/>
          </a:p>
          <a:p>
            <a:pPr>
              <a:buFont typeface="Wingdings" pitchFamily="2" charset="2"/>
              <a:buChar char="Ø"/>
            </a:pPr>
            <a:r>
              <a:rPr smtClean="0"/>
              <a:t>Retrieve </a:t>
            </a:r>
            <a:r>
              <a:t>build artifacts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Connect </a:t>
            </a:r>
            <a:r>
              <a:t>to Azure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Deploy </a:t>
            </a:r>
            <a:r>
              <a:t>application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Verify </a:t>
            </a:r>
            <a:r>
              <a:t>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596"/>
            <a:ext cx="7772400" cy="878913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Release Pipeline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14509"/>
            <a:ext cx="71674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Successful deployment using Release Pipeline.</a:t>
            </a:r>
          </a:p>
        </p:txBody>
      </p:sp>
      <p:pic>
        <p:nvPicPr>
          <p:cNvPr id="4" name="Picture 3" descr="Releae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1766"/>
            <a:ext cx="8471634" cy="47197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42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CI/CD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8462"/>
            <a:ext cx="8229600" cy="4566138"/>
          </a:xfrm>
        </p:spPr>
        <p:txBody>
          <a:bodyPr>
            <a:normAutofit lnSpcReduction="10000"/>
          </a:bodyPr>
          <a:lstStyle/>
          <a:p>
            <a:r>
              <a:rPr b="1"/>
              <a:t>Continuous Integration (CI):</a:t>
            </a:r>
          </a:p>
          <a:p>
            <a:r>
              <a:t>Build pipeline automatically validates and builds code.</a:t>
            </a:r>
          </a:p>
          <a:p>
            <a:endParaRPr/>
          </a:p>
          <a:p>
            <a:r>
              <a:rPr b="1"/>
              <a:t>Continuous Deployment (CD):</a:t>
            </a:r>
          </a:p>
          <a:p>
            <a:r>
              <a:t>Release pipeline automatically deploys latest build.</a:t>
            </a:r>
          </a:p>
          <a:p>
            <a:endParaRPr/>
          </a:p>
          <a:p>
            <a:r>
              <a:rPr b="1"/>
              <a:t>Advantages: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Automation</a:t>
            </a:r>
            <a:endParaRPr/>
          </a:p>
          <a:p>
            <a:pPr>
              <a:buFont typeface="Wingdings" pitchFamily="2" charset="2"/>
              <a:buChar char="Ø"/>
            </a:pPr>
            <a:r>
              <a:rPr smtClean="0"/>
              <a:t>Faster </a:t>
            </a:r>
            <a:r>
              <a:t>delivery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Better </a:t>
            </a:r>
            <a:r>
              <a:t>productivity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355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Application Deployment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8462"/>
            <a:ext cx="8229600" cy="4389120"/>
          </a:xfrm>
        </p:spPr>
        <p:txBody>
          <a:bodyPr/>
          <a:lstStyle/>
          <a:p>
            <a:r>
              <a:t>The application was successfully deployed and accessed through Azure Web App URL.</a:t>
            </a:r>
          </a:p>
          <a:p>
            <a:endParaRPr/>
          </a:p>
          <a:p>
            <a:r>
              <a:t>Deployment verified successfully through browser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123"/>
            <a:ext cx="8025618" cy="878913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Deployed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39036"/>
            <a:ext cx="7631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Successfully deployed web application running online.</a:t>
            </a:r>
          </a:p>
        </p:txBody>
      </p:sp>
      <p:pic>
        <p:nvPicPr>
          <p:cNvPr id="4" name="Picture 3" descr="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9902"/>
            <a:ext cx="8222566" cy="4761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23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000"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successfully demonstrated automated deployment using Azure DevOps CI/CD pipelines.</a:t>
            </a:r>
          </a:p>
          <a:p>
            <a:endParaRPr/>
          </a:p>
          <a:p>
            <a:r>
              <a:t>The application was hosted successfully on Azure Web App with automated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Images – Browse 2,554,449 Stock Photos, Vectors, and Video |  Adobe Sto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8806"/>
            <a:ext cx="9144000" cy="4833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104</TotalTime>
  <Words>338</Words>
  <Application>Microsoft Macintosh PowerPoint</Application>
  <PresentationFormat>On-screen Show (4:3)</PresentationFormat>
  <Paragraphs>90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      Deployment of Web Application Using Azure DevOps CI/CD Pipeline</vt:lpstr>
      <vt:lpstr>             Introduction</vt:lpstr>
      <vt:lpstr>Technologies Used</vt:lpstr>
      <vt:lpstr>Project Workflow</vt:lpstr>
      <vt:lpstr>Resource Group and Web App</vt:lpstr>
      <vt:lpstr>Azure Web App Overview</vt:lpstr>
      <vt:lpstr>Build Pipeline</vt:lpstr>
      <vt:lpstr>Build Pipeline Execution</vt:lpstr>
      <vt:lpstr>Release Pipeline</vt:lpstr>
      <vt:lpstr>Release Pipeline Execution</vt:lpstr>
      <vt:lpstr>CI/CD Process</vt:lpstr>
      <vt:lpstr>Application Deployment Result</vt:lpstr>
      <vt:lpstr>Deployed Application</vt:lpstr>
      <vt:lpstr>Conclusion</vt:lpstr>
      <vt:lpstr>Slide 15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of Web Application Using Azure DevOps CI/CD Pipeline</dc:title>
  <dc:creator>lenovo</dc:creator>
  <dc:description>generated using python-pptx</dc:description>
  <cp:lastModifiedBy>lenovo</cp:lastModifiedBy>
  <cp:revision>13</cp:revision>
  <dcterms:created xsi:type="dcterms:W3CDTF">2013-01-27T09:14:16Z</dcterms:created>
  <dcterms:modified xsi:type="dcterms:W3CDTF">2026-05-11T09:55:40Z</dcterms:modified>
</cp:coreProperties>
</file>